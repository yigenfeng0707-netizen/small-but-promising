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安居智评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Microsoft YaHei"/>
              </a:defRPr>
            </a:pPr>
            <a:r>
              <a:t>让每个家庭都看得见化学品风险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Microsoft YaHei"/>
              </a:defRPr>
            </a:pPr>
            <a:r>
              <a:t>2026「小有可为」AI 向善创新挑战赛 · 绿色发展赛道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BB6A"/>
                </a:solidFill>
                <a:latin typeface="Microsoft YaHei"/>
              </a:defRPr>
            </a:pPr>
            <a:r>
              <a:t>拍照 / 语音，10 秒评测家庭化学品安全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痛点 —— 家里最危险的地方，可能是水槽下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我国家庭化学品急性中毒事件中，儿童误服占比 &gt; 40%，1-4 岁最高发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农村独居老人因看不懂标签、子女不在身边，风险显著更高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市面缺乏「拍一下就知道安不安全」的轻量工具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老人面对「次氯酸钠」「烷基苯磺酸钠」无从判断危险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出事时不知道正确处置（如误服洁厕剂不应催吐）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方案 —— 拍一下，10 秒知道安不安全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一句话方案：拍一张照 / 说一句话，得到针对这瓶化学品 + 这个家庭的完整安全评测与应急方案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三种入口：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拍照评测 —— 低识字友好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语音提问 —— 老人/视障友好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文本输入 —— 二次提问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全链路 6 步：识别 → 成分解析 → 风险评测 → 家庭画像 → 场景建议 → 应急指导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前端：React SPA → FastAPI 单端口托管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编排层：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串联 6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Step5 场景建议 ‖ Step6 应急指导 并行（省 30% 延迟）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单 Agent 失败 → 降级返回部分结果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底层能力：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阿里云百炼 Qwen3（文本）+ Qwen-VL（多模态）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MSDS RAG 知识库（216 条 + FAISS 语义检索）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 Agent 协作 —— 从识别到应急，端到端覆盖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Step 1  识别 Agent（Qwen-VL）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    → 从图片识别化学品名/品牌/成分表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Step 2  成分解析 Agent（Qwen3 + RAG）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    → 成分名归一化 + 查 MSDS 知识库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Step 3  风险评测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    → 毒性/易燃/腐蚀/过敏/环境 5 维评分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Step 4  家庭画像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    → 结合家庭成员动态调整风险等级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Step 5  场景建议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    → 存储 + 防护 + 绿色替代品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Step 6  应急指导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    → 误服/误触/泄漏处置 + 一键呼救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 Agent 各司其职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关键产出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识别 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图像识别化学品名/品牌/成分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名称 + 成分列表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成分解析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成分名归一化 + 查 MSDS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标准化成分 + MSDS 命中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风险评测 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 维评分（毒/燃/腐/敏/环境）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风险等级 + 评分依据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家庭画像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结合家庭画像个性化调整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上调等级 + 脆弱人群提示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场景建议 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存储 + 防护 + 绿色替代品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三类建议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应急指导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误服/误触/泄漏处置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应急步骤 + 一键呼救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知识库与 RAG：让评测有据可查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216 条 MSDS 数据，覆盖 6 大品类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清洁剂（43）  消毒剂（32）  农药（37）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药品（40）    化妆品（31）  其他（33）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检索方式：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1. 精确匹配（成分名/别名/产品名）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2. 子串匹配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3. FAISS 语义向量检索（Embedding + 余弦相似度）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4. difflib 相似度兜底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风险评测 Agent 必须优先引用 MSDS 命中片段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公益价值：4 个真实落地场景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家庭日常评测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C 端用户拍照即知家里这瓶东西安不安全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社区安全普查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社区工作者批量上传，导出 PDF 报告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定位高风险家庭，精准上门提醒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学校科普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评测结果转科普卡片，做「家里的化学课」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独居老人关怀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志愿者上门帮老人评测，重点关注误服风险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· 对接壹基金/敬老院/街道办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Demo 实操 —— 拍照评测一瓶洁厕剂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此处粘贴 3 张 Demo 真实截图（首页 / 结果页上半 / 结果页下半+呼救按钮）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05840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Demo 截图占位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 个差异化创新 —— 为什么是安居智评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1. 绿色替代品推荐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唯一把「绿色低毒替代品」作为强约束输出的家庭化学品评测工具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2. 家庭画像个性化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同一瓶化学品，含婴儿与仅成年人，风险等级完全不同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3. 全链路 6 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从识别到应急，端到端覆盖，非单点功能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4. 多模态入口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拍照 + 语音 + 文本，照顾低识字/老人/视障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5. 公益批量评测接口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 预留 /api/batch-evaluate，直接服务社区/学校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评审四维度 —— 我们的设计一一对应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914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评审维度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对应设计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落地证据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公益价值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 个落地场景 + 批量评测接口 + 多模态照顾弱势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PARTNER_API.md、独居老人关怀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技术可行性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FastAPI + React + 百炼 Qwen + Docker，33 测试通过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Dockerfile、自动部署、keepalive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用户友好度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拍照/语音/文本三入口 + 一键呼救 + 结果分块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前端三入口、120/中毒热线按钮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创新价值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绿色替代品 + 家庭画像 + 全链路 + 多模态 + 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 个差异化创新点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技术栈 —— 主流稳定，可复现可部署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前端：React 18 + Vite + Axios + react-router-dom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后端：FastAPI + Uvicorn + Pydantic + asyncio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大模型：阿里云百炼 Qwen3 + Qwen-VL + text-embedding-v3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知识库：216 条 MSDS + FAISS 向量检索 + 精确/模糊匹配混合 RAG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部署：Docker + 魔搭创空间（GitHub Actions 自动部署）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测试：pytest，33 个测试通过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运维：keepalive 心跳保活 + 健康检查 + 自动重启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后续规划 —— 从初赛到长期愿景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8 月      初赛提交：PDF + PPT + Demo 视频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8-9 月    决赛打磨：RAG 升级，MSDS 扩至 200+ 条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9-10 月   公益试点：联系 1-2 个社区/学校做真实试点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2026 年底 接入智能家居设备做「被动风险监测」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长期愿景  成为家庭安全领域的「家庭医生」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开放 MSDS 数据众包，建立行业标杆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团队 &amp; 致谢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Microsoft YaHei"/>
              </a:defRPr>
            </a:pPr>
            <a:r>
              <a:t>团队成员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（填写成员姓名 + 角色 + 一句话简介）</a:t>
            </a:r>
            <a:br/>
            <a:br/>
            <a:br/>
            <a:r>
              <a:t>指导老师 / 合作机构（占位）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Microsoft YaHei"/>
              </a:defRPr>
            </a:pPr>
            <a:r>
              <a:t>致谢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阿里云百炼平台 1 亿 Token 补贴</a:t>
            </a:r>
            <a:br/>
            <a:r>
              <a:t>赛事组委会</a:t>
            </a:r>
            <a:br/>
            <a:r>
              <a:t>试点社区 / 学校 / 公益机构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让每个家庭都看得见化学品风险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5D6A7"/>
                </a:solidFill>
                <a:latin typeface="Microsoft YaHei"/>
              </a:defRPr>
            </a:pPr>
            <a:r>
              <a:t>安居智评 Agent · 谢谢评审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C784"/>
                </a:solidFill>
                <a:latin typeface="Microsoft YaHei"/>
              </a:defRPr>
            </a:pPr>
            <a:r>
              <a:t>在线 Demo：https://gsym236998-home-chem-safety-agent.ms.show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C784"/>
                </a:solidFill>
                <a:latin typeface="Microsoft YaHei"/>
              </a:defRPr>
            </a:pPr>
            <a:r>
              <a:t>代码仓库：https://github.com/yigenfeng0707-netizen/small-but-promising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